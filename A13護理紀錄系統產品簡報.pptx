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645920"/>
            <a:ext cx="2743200" cy="27432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A13 護理紀錄系統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A13 Nursing Record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EB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三階關聯式資料管理 · XML 格式持久化儲存 · 跨裝置雲端同步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🏥 護理現場適用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☁️ Google Drive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📱 跨裝置支援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個資保護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16459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828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 2.0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從無到有 · 專為護理現場設計的數位記錄解決方案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A"/>
          </a:solidFill>
          <a:ln w="12700">
            <a:solidFill>
              <a:srgbClr val="F0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設計背景與解決的問題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 A13 護理紀錄系統？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109728" cy="1691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📝 紙本記錄易出錯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手寫字跡難辨識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資料遺失風險高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班次統計耗時費力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無法多人同步查閱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97280"/>
            <a:ext cx="109728" cy="1691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Excel 試算表限制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多人無法同時使用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版本混亂難管理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行動裝置操作不便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無自動備份機制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17520"/>
            <a:ext cx="109728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班次交接資訊不完整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前班記錄查詢困難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床號明細不清晰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翻身時間容易遺漏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排出量難以彙整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017520"/>
            <a:ext cx="109728" cy="16916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1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個資保護不足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紙本病歷易外露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無存取記錄追蹤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備份機制付之闕如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多地點資料不一致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A"/>
          </a:solidFill>
          <a:ln w="12700">
            <a:solidFill>
              <a:srgbClr val="F0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🏗 系統架構：三階關聯式 XML 結構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完整的資料關聯設計，從班次到每筆明細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【第一階】護理主檔　　鍵值：YYYYMMDD + 班別(D/E/N) + 組別(A/B/C) + 兩位流水號　例：20260430DA01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欄位：日期、班別、組別、護理人員員編、護理姓名、單位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1600" y="1645920"/>
            <a:ext cx="0" cy="25603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01952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9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【第二階】床號主檔　　鍵值：主檔編號 + 床號　例：20260430DA018202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2219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1BE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欄位：床號（31種可選）、備註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88720" y="2496312"/>
            <a:ext cx="0" cy="25603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496312"/>
            <a:ext cx="0" cy="25603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496312"/>
            <a:ext cx="0" cy="25603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52344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52344"/>
            <a:ext cx="27432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52344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44368"/>
            <a:ext cx="2743200" cy="1920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70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第三階-A 餵食明細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3182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鍵值：…8202F01, F02…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時間・奶・水・高蛋白・藥水・其他・小計(自動)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752344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752344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752344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944368"/>
            <a:ext cx="2743200" cy="1920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770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第三階-B 排出明細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3182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鍵值：…8202O01, O02…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時間・尿量・屎量・尿與屎・引流量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752344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752344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2752344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944368"/>
            <a:ext cx="2743200" cy="1920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770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第三階-C 體重腹圍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92240" y="3182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鍵值：…8202M01, M02…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體重・翻身方向/時間・腹圍・尿袋標記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A"/>
          </a:solidFill>
          <a:ln w="12700">
            <a:solidFill>
              <a:srgbClr val="F0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⚙️ 核心功能：完整 CRUD + 麵包屑導航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新增・修改・查詢・刪除・三層導航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78992"/>
            <a:ext cx="1572768" cy="50292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78992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71600"/>
            <a:ext cx="1572768" cy="210312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" y="1408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1719072"/>
            <a:ext cx="14173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月曆點選日期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建立護理主檔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新增床號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逐筆輸入三類明細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流水號自動產生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75104" y="1078992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1078992"/>
            <a:ext cx="1572768" cy="5029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75104" y="1078992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1371600"/>
            <a:ext cx="1572768" cy="21031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✏️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75104" y="1408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66544" y="1719072"/>
            <a:ext cx="14173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各明細右側鉛筆按鈕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開啟表單編輯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索引定位精確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不會誤取其他筆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即時儲存更新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94176" y="1078992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94176" y="1078992"/>
            <a:ext cx="157276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1078992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1371600"/>
            <a:ext cx="1572768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94176" y="1408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85616" y="1719072"/>
            <a:ext cx="14173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多條件篩選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日期範圍搜尋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班別/組別篩選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床號快速定位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記錄編號關鍵字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13248" y="1078992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3248" y="1078992"/>
            <a:ext cx="157276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13248" y="1078992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1371600"/>
            <a:ext cx="1572768" cy="2103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🗑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13248" y="1408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1719072"/>
            <a:ext cx="14173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各層均有刪除按鈕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二次確認機制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主檔刪除含子資料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防止誤刪設計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不可復原警示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0" y="1078992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1078992"/>
            <a:ext cx="157276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1078992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1371600"/>
            <a:ext cx="1572768" cy="210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32320" y="1408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23760" y="1719072"/>
            <a:ext cx="14173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自動即時儲存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三重備份機制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Drive 一鍵上傳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本機資料夾同步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資料不遺失設計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0001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麵包屑導航：📅月曆 › 日期 › 記錄編號(班別/組別) › 🛏床號 — 隨時可回到任一層級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A"/>
          </a:solidFill>
          <a:ln w="12700">
            <a:solidFill>
              <a:srgbClr val="F0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📱 輸入體驗設計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專為護理現場優化的操作介面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1993392" cy="41148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1993392" cy="411480"/>
          </a:xfrm>
          <a:prstGeom prst="roundRect">
            <a:avLst>
              <a:gd name="adj" fmla="val 22222"/>
            </a:avLst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61872"/>
            <a:ext cx="1993392" cy="201168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698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🔢 數字九宮格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點擊任何數字欄位彈出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含小數點與退格鍵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顯示目前填寫欄位名稱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確認按鈕一鍵帶入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05156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051560"/>
            <a:ext cx="1993392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051560"/>
            <a:ext cx="1993392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1261872"/>
            <a:ext cx="1993392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0698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🕐 24H時間鍵盤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153619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兩段輸入小時→分鐘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超過23/59自動拒絕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即時錯誤紅色提示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已有值載入繼續編輯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05156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051560"/>
            <a:ext cx="1993392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051560"/>
            <a:ext cx="1993392" cy="411480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261872"/>
            <a:ext cx="1993392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0698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智慧下拉選單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153619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員編選取自動帶出姓名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班別/組別/床號選單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尿袋：無/置左/置右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翻身方向：左/右/平躺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105156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1051560"/>
            <a:ext cx="1993392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051560"/>
            <a:ext cx="1993392" cy="411480"/>
          </a:xfrm>
          <a:prstGeom prst="roundRect">
            <a:avLst>
              <a:gd name="adj" fmla="val 2222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1261872"/>
            <a:ext cx="1993392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0698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自動小計計算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4576" y="1536192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餵食各欄即時加總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≥1筆顯示合計列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餵食/排出分別統計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刪除後合計自動更新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 三重儲存架構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資料安全不遺失・跨裝置即時同步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670048" cy="3822192"/>
          </a:xfrm>
          <a:prstGeom prst="roundRect">
            <a:avLst>
              <a:gd name="adj" fmla="val 3425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24128"/>
            <a:ext cx="2670048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24128"/>
            <a:ext cx="2670048" cy="457200"/>
          </a:xfrm>
          <a:prstGeom prst="roundRect">
            <a:avLst>
              <a:gd name="adj" fmla="val 20000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98448"/>
            <a:ext cx="2670048" cy="1828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424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瀏覽器儲存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5361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window.storage (Claude平台)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77393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雙重備份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即時自動儲存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防空覆蓋保護機制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XML解析失敗自動還原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兩層備份確保安全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0128" y="1024128"/>
            <a:ext cx="2670048" cy="3822192"/>
          </a:xfrm>
          <a:prstGeom prst="roundRect">
            <a:avLst>
              <a:gd name="adj" fmla="val 3425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024128"/>
            <a:ext cx="267004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1024128"/>
            <a:ext cx="2670048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298448"/>
            <a:ext cx="2670048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10424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☁️ Google Drive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15361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根目錄：A13_NursingRecords.xml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177393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子資料夾：三個設定XML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1568" y="2029968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機構英文+單位英文命名子資料夾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登入後自動查找既有檔案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多人共用基本設定資料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空白名稱存取警示保護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1024128"/>
            <a:ext cx="2670048" cy="3822192"/>
          </a:xfrm>
          <a:prstGeom prst="roundRect">
            <a:avLst>
              <a:gd name="adj" fmla="val 3425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024128"/>
            <a:ext cx="2670048" cy="457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024128"/>
            <a:ext cx="2670048" cy="457200"/>
          </a:xfrm>
          <a:prstGeom prst="roundRect">
            <a:avLst>
              <a:gd name="adj" fmla="val 20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298448"/>
            <a:ext cx="2670048" cy="1828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0424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🗂 本機資料夾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15361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桌機：File System Access 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177393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手機：個別XML上傳下載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2029968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HTML 同位置存放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版本管理可用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Android：存至下載資料夾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iOS：儲存至檔案App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A"/>
          </a:solidFill>
          <a:ln w="12700">
            <a:solidFill>
              <a:srgbClr val="F0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跨裝置・跨平台支援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系統自動偵測裝置類型，顯示最適合的操作介面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761488" cy="3822192"/>
          </a:xfrm>
          <a:prstGeom prst="roundRect">
            <a:avLst>
              <a:gd name="adj" fmla="val 3311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2761488" cy="50292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24128"/>
            <a:ext cx="2761488" cy="502920"/>
          </a:xfrm>
          <a:prstGeom prst="roundRect">
            <a:avLst>
              <a:gd name="adj" fmla="val 18182"/>
            </a:avLst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98448"/>
            <a:ext cx="2761488" cy="2286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💻 桌機 Chrome/Edge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627632"/>
            <a:ext cx="257860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📂 資料夾選取（File System API）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四個XML讀寫至同一資料夾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完整功能無任何限制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版本管理整合可用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鍵盤滑鼠操作最佳體驗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1024128"/>
            <a:ext cx="2761488" cy="3822192"/>
          </a:xfrm>
          <a:prstGeom prst="roundRect">
            <a:avLst>
              <a:gd name="adj" fmla="val 331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024128"/>
            <a:ext cx="276148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024128"/>
            <a:ext cx="2761488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298448"/>
            <a:ext cx="2761488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📱 Android 手機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627632"/>
            <a:ext cx="257860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⬇ 個別XML下載至下載資料夾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 選取多個XML一次批次匯入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☁️ Google Drive 完整支援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數字/時間九宮格觸控操作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手機模式版面自動切換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1024128"/>
            <a:ext cx="2761488" cy="3822192"/>
          </a:xfrm>
          <a:prstGeom prst="roundRect">
            <a:avLst>
              <a:gd name="adj" fmla="val 3311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1024128"/>
            <a:ext cx="276148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9904" y="1024128"/>
            <a:ext cx="2761488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9904" y="1298448"/>
            <a:ext cx="2761488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🍎 iPhone / iPad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9632" y="1627632"/>
            <a:ext cx="257860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⬇ 開新頁顯示XML，長按儲存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儲存至「檔案」App管理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 從檔案App選取XML匯入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☁️ Google Drive 完整支援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Safari限制下最佳化設計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0001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共同特性：系統啟動時自動偵測裝置 · 行動裝置顯示個別檔案操作 · Google Drive 全裝置可用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A"/>
          </a:solidFill>
          <a:ln w="12700">
            <a:solidFill>
              <a:srgbClr val="F0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安全與保護機制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資料安全・個資保護・操作防護・資料修復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109728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 資料安全防護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雙重本機備份（storage+localStorage）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防空覆蓋：DB空時不覆蓋有資料的storage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XML解析失敗自動走備份路徑還原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Drive存取前驗證機構名稱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97280"/>
            <a:ext cx="109728" cy="17373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1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個資保護設計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10328" y="1554480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病房說明禁止填入個人識別資料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UI多處個資保護警示提醒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OAuth2前端安全，不暴露client_secret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病患資訊與系統資料完全隔離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99232"/>
            <a:ext cx="109728" cy="1737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51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操作防護機制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5488" y="3456432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Modal需點✕或取消才關閉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Enter鍵不觸發任何按鈕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所有按鈕加type="button"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刪除操作需二次確認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999232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999232"/>
            <a:ext cx="109728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資料修復機制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10328" y="3456432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migrateDB()修正舊格式ID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序號從陣列長度計算，不依賴外部儲存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讀取後完整更新所有介面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Drive子資料夾機構命名防混淆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9FA"/>
          </a:solidFill>
          <a:ln w="12700">
            <a:solidFill>
              <a:srgbClr val="F0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每日標準使用流程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從開啟系統到完成記錄的 5 個步驟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51560"/>
            <a:ext cx="1572768" cy="50292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5156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25880"/>
            <a:ext cx="1572768" cy="2286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" y="1097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系統初始化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1664208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開啟系統自動偵測裝置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藍色列顯示儲存位置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確認機構・檔名設定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01952" y="2633472"/>
            <a:ext cx="7315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1051560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75104" y="1051560"/>
            <a:ext cx="157276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105156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5104" y="1325880"/>
            <a:ext cx="1572768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86584" y="1097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登入同步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6544" y="1664208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🔐 Google 登入授權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📂 從Drive讀取最新資料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三個設定XML一次同步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21024" y="2633472"/>
            <a:ext cx="7315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1051560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1051560"/>
            <a:ext cx="1572768" cy="5029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94176" y="105156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1325880"/>
            <a:ext cx="1572768" cy="2286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94176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05656" y="1097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建立記錄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85616" y="1664208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月曆選擇日期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建立護理主檔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新增各床號主檔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40096" y="2633472"/>
            <a:ext cx="7315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1051560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3248" y="1051560"/>
            <a:ext cx="157276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13248" y="105156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3248" y="1325880"/>
            <a:ext cx="1572768" cy="228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24728" y="1097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輸入明細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04688" y="1664208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三個Tab各自管理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九宮格數字輸入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小計自動計算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59168" y="2633472"/>
            <a:ext cx="7315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1051560"/>
            <a:ext cx="1572768" cy="36576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0" y="1051560"/>
            <a:ext cx="157276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105156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0" y="1325880"/>
            <a:ext cx="1572768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543800" y="1097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儲存備份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23760" y="1664208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☁️ 存至Drive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存入機構子資料夾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本機資料夾備份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70001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班次結束後務必「存至 Drive」確保雲端備份 · 多人可共用基本設定資料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 技術規格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輕量・開放・無需後端伺服器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2788920" cy="1847088"/>
          </a:xfrm>
          <a:prstGeom prst="roundRect">
            <a:avLst>
              <a:gd name="adj" fmla="val 4950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📄 程式架構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481328"/>
            <a:ext cx="2606040" cy="0"/>
          </a:xfrm>
          <a:prstGeom prst="line">
            <a:avLst/>
          </a:prstGeom>
          <a:noFill/>
          <a:ln w="9525">
            <a:solidFill>
              <a:srgbClr val="2D6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5448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 HTML+CSS+JavaScript 單一檔案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無需後端伺服器・可離線使用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Pages 靜態托管（免費）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078992"/>
            <a:ext cx="2788920" cy="1847088"/>
          </a:xfrm>
          <a:prstGeom prst="roundRect">
            <a:avLst>
              <a:gd name="adj" fmla="val 4950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 資料格式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9272" y="1481328"/>
            <a:ext cx="2606040" cy="0"/>
          </a:xfrm>
          <a:prstGeom prst="line">
            <a:avLst/>
          </a:prstGeom>
          <a:noFill/>
          <a:ln w="9525">
            <a:solidFill>
              <a:srgbClr val="2D6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55448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XML 格式（UTF-8 編碼）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四個獨立XML分層管理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三階關聯式，鍵值自動產生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078992"/>
            <a:ext cx="2788920" cy="1847088"/>
          </a:xfrm>
          <a:prstGeom prst="roundRect">
            <a:avLst>
              <a:gd name="adj" fmla="val 4950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☁️ 外部服務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91072" y="1481328"/>
            <a:ext cx="2606040" cy="0"/>
          </a:xfrm>
          <a:prstGeom prst="line">
            <a:avLst/>
          </a:prstGeom>
          <a:noFill/>
          <a:ln w="9525">
            <a:solidFill>
              <a:srgbClr val="2D6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554480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Identity Services（OAuth2）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Drive API v3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僅使用client_id，不暴露密鑰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072384"/>
            <a:ext cx="2788920" cy="1847088"/>
          </a:xfrm>
          <a:prstGeom prst="roundRect">
            <a:avLst>
              <a:gd name="adj" fmla="val 4950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638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瀏覽器需求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474720"/>
            <a:ext cx="2606040" cy="0"/>
          </a:xfrm>
          <a:prstGeom prst="line">
            <a:avLst/>
          </a:prstGeom>
          <a:noFill/>
          <a:ln w="9525">
            <a:solidFill>
              <a:srgbClr val="2D6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547872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Chrome/Edge 86+（完整功能）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Safari/Firefox（Drive功能可用）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 System API需Chrome/Edge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27832" y="3072384"/>
            <a:ext cx="2788920" cy="1847088"/>
          </a:xfrm>
          <a:prstGeom prst="roundRect">
            <a:avLst>
              <a:gd name="adj" fmla="val 4950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31638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📱 行動裝置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19272" y="3474720"/>
            <a:ext cx="2606040" cy="0"/>
          </a:xfrm>
          <a:prstGeom prst="line">
            <a:avLst/>
          </a:prstGeom>
          <a:noFill/>
          <a:ln w="9525">
            <a:solidFill>
              <a:srgbClr val="2D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547872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Android Chrome：下載/上傳XML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iOS Safari：檔案App存取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手機版面自動切換機制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9632" y="3072384"/>
            <a:ext cx="2788920" cy="1847088"/>
          </a:xfrm>
          <a:prstGeom prst="roundRect">
            <a:avLst>
              <a:gd name="adj" fmla="val 4950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31638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🔑 授權設計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1072" y="3474720"/>
            <a:ext cx="2606040" cy="0"/>
          </a:xfrm>
          <a:prstGeom prst="line">
            <a:avLst/>
          </a:prstGeom>
          <a:noFill/>
          <a:ln w="9525">
            <a:solidFill>
              <a:srgbClr val="2D6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3547872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Drive 完整存取授權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子資料夾：機構名-單位名自動建立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存取前空白驗證警示保護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94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🏥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057400" y="74980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A13 護理紀錄系統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57400" y="14264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E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從紙本到數位・從單機到雲端・從桌機到手機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185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三階關聯 XML 架構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21214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185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完整 CRUD + 麵包屑導航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三重儲存備份機制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5786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Google Drive 機構子資料夾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358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跨裝置（桌機/Android/iOS）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0358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數字+時間九宮格鍵盤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4930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個資保護與操作防護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3493008"/>
            <a:ext cx="3858768" cy="384048"/>
          </a:xfrm>
          <a:prstGeom prst="roundRect">
            <a:avLst>
              <a:gd name="adj" fmla="val 14286"/>
            </a:avLst>
          </a:prstGeom>
          <a:solidFill>
            <a:srgbClr val="1A3A47"/>
          </a:solidFill>
          <a:ln w="12700">
            <a:solidFill>
              <a:srgbClr val="1A3A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自動序號修復機制 migrateDB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祝護理工作順利・病患平安健康 🙏　　achir1015.github.io/A13web/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A13 護理紀錄系統</dc:title>
  <dc:subject>PptxGenJS Presentation</dc:subject>
  <dc:creator>PptxGenJS</dc:creator>
  <cp:lastModifiedBy>PptxGenJS</cp:lastModifiedBy>
  <cp:revision>1</cp:revision>
  <dcterms:created xsi:type="dcterms:W3CDTF">2026-04-30T03:15:43Z</dcterms:created>
  <dcterms:modified xsi:type="dcterms:W3CDTF">2026-04-30T03:15:43Z</dcterms:modified>
</cp:coreProperties>
</file>